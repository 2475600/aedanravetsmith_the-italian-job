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C1571D-0C17-84E0-D177-9CA1FB31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D04C3E-FAC7-5F36-8B11-86DBC61C9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863538-50E4-0CF4-D0E5-8DB54F517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6F91AC-9991-D13D-ED8B-9997F2C1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D654B9-655A-787D-00E8-0915C566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9339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9AF34-5CAE-8714-CC30-83069AEF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8F3EDF-0E9D-6592-A189-AE6C702EB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5B9FB0-4C59-0C42-AE2C-85789248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D7F4CC-A141-0C1A-AA1D-24ECA63D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0B01C5-8CEE-C69B-51FF-B36EAEEC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219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4B8DA4-0D34-AAF0-7CA1-89CFB713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BECE9A-00AE-1139-26C7-D01F47273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18D584-80AA-183C-EA8F-4AB933D9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CC27DD-36A2-C477-778D-B5EA6F73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84D52D-EB11-753B-C5E2-A666A586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4345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C96C0F-6104-639F-2142-4BD427E3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01D5B2-91BF-615D-CAD8-A37BE7126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5B28CC-34BB-0877-5D01-70C46C1A1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6FC6EC-999B-6582-634E-E51CF9FC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064084-EFB2-6633-9CE1-36B93513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7538BF-868E-AD25-1E82-F6CEBE47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571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5A8F7-BF96-E58D-6E6F-2D85A7ED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528CA5-079C-5FF0-9038-8FD2E844E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C5BE81-1C92-D416-9711-C86DB92FC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809629-BF15-C776-6FF4-6FC7A4000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ECCA577-0E9D-CB9B-44F4-C57D48FD4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F6EAD60-F029-CC87-C959-DEF2FB19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078C9B-9F6B-C311-9C47-F719FFC2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93F086F-1B49-6969-8598-866430BD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22864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C30F4-DD4A-432A-1999-FE1EEF14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28128D6-9EA0-1744-B0B0-1DC6B9B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FCBB3F-F251-F02E-CEC4-8A34EE0D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A13EDF-D77C-BAF3-9ACE-27BB8454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006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1F496D-DAA5-09AB-6652-4E308E63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EA1F2E-420C-896A-C60D-D7B01595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0734D4-149B-193E-BC4F-2C380C4E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2687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8B2CA-776E-66B8-54A9-90AB1CAA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4F8322-9D35-C3C0-ECEC-5FCE9BD39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AC6BD0-D4F0-3FEB-6DC3-2C0E078B7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3F1759-9708-3D4E-DE7C-6955742E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4E6EBD-7295-131F-7048-1B70EF8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F4F63E-D9F0-264C-8AA6-3A116893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9449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81827-AA8D-C619-61F7-9F90DC37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537117D-7319-9413-6101-49EE62765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A2F2FC-56A4-E60C-2C9B-11FA92C39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6E4282-B386-B9C5-9A36-7B49A801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81DDF3-CA7A-944B-B785-A77F383D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4B3DA7-2F93-A0F7-1522-D182584B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646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3678C-36DD-AC58-01D3-C607A001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8DB4D0-2097-9AF4-C181-E15B275E0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3ED74F-781D-52CD-9459-103597EE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2510C3-E754-BC42-11C2-F2EF74F2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450BC3-BC3A-C976-83F6-4D51B48A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170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F075E4-B71F-5B33-78D2-2A2D2C84B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85E346-9683-D75E-0D3E-3897362F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5832C2-BE96-4BDF-3981-8186AA3F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E3E4CA-A4C4-04B7-01C3-1CA84CAE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858963-6338-49EC-9917-65665900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676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0C553F-6997-EAAE-7248-D0B4040C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2C3502-F831-D0DD-FF2E-4713917BD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F8D863-81DD-7D98-7EC0-3DEA747C1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B684B-A42E-4DDB-A62E-3B543EC8B6DB}" type="datetimeFigureOut">
              <a:rPr lang="fr-CA" smtClean="0"/>
              <a:t>2026-09-10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AA02BB-77CD-8828-E9A2-C6D3C7739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AC440A-6B33-F3B9-FF05-365992D35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7D6FD-A2E7-4EBD-BD9E-F6B80760A5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680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C4C0E-9FDE-1134-CC22-50B4636AF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Italian job (2003)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6981A1-9518-26D4-39D2-EBF82B6FF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128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55240-1E51-48A9-5044-6C2BE52E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The </a:t>
            </a:r>
            <a:r>
              <a:rPr lang="fr-CA" dirty="0" err="1"/>
              <a:t>Italian</a:t>
            </a:r>
            <a:r>
              <a:rPr lang="fr-CA" dirty="0"/>
              <a:t> Job (2003)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BFEB2-86B6-8193-F3FD-2F30AF4D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Analyse d’un cas de cybersécurité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Piratage du système de contrôle des feux de circulation de Los Angeles.</a:t>
            </a:r>
          </a:p>
        </p:txBody>
      </p:sp>
    </p:spTree>
    <p:extLst>
      <p:ext uri="{BB962C8B-B14F-4D97-AF65-F5344CB8AC3E}">
        <p14:creationId xmlns:p14="http://schemas.microsoft.com/office/powerpoint/2010/main" val="381373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BBCA44-E03F-33DB-9A8C-EE4113ED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1. Résumé de l’événement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7CE254-3890-3BE1-2E76-41B1F25EC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J’ai avons choisi le film The </a:t>
            </a:r>
            <a:r>
              <a:rPr lang="fr-CA" dirty="0" err="1"/>
              <a:t>Italian</a:t>
            </a:r>
            <a:r>
              <a:rPr lang="fr-CA" dirty="0"/>
              <a:t> Job, sorti en 2003.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Dans une scène du film, Lyle « </a:t>
            </a:r>
            <a:r>
              <a:rPr lang="fr-CA" dirty="0" err="1"/>
              <a:t>Napster</a:t>
            </a:r>
            <a:r>
              <a:rPr lang="fr-CA" dirty="0"/>
              <a:t> » réussit à accéder au système informatique qui contrôle les feux de circulation de Los Angeles.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Une fois dans le système, il peut modifier les feux de circulation à distance.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Il utilise ce contrôle pour provoquer des accidents et créer des embouteillages afin d’aider son équipe à s’enfuir après le vol.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Cette scène est intéressante parce qu’un piratage informatique entraîne directement des conséquences dans le monde réel.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0298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943FC-1393-C52A-EA91-D760AB0E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Black hat </a:t>
            </a:r>
            <a:r>
              <a:rPr lang="en-US" dirty="0" err="1"/>
              <a:t>ou</a:t>
            </a:r>
            <a:r>
              <a:rPr lang="en-US" dirty="0"/>
              <a:t> White hat ?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FDEB7F-8619-39BA-36A2-8FDABCDEC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Lyle est un Black </a:t>
            </a:r>
            <a:r>
              <a:rPr lang="fr-CA" dirty="0" err="1"/>
              <a:t>hat</a:t>
            </a:r>
            <a:r>
              <a:rPr lang="fr-CA" dirty="0"/>
              <a:t>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Un Black </a:t>
            </a:r>
            <a:r>
              <a:rPr lang="fr-CA" dirty="0" err="1"/>
              <a:t>hat</a:t>
            </a:r>
            <a:r>
              <a:rPr lang="fr-CA" dirty="0"/>
              <a:t> est une personne qui utilise ses compétences informatiques de manière malveillante ou sans autorisation.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Lyle n’a pas l’autorisation d’accéder au système de circulation. Il le pirate pour aider son équipe à réaliser un crime.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Son objectif n’est donc pas de trouver une faille pour la corriger, mais d’utiliser la faille à son avantage.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0533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F6802-3BF9-50FB-5202-EACB656B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3. Faille → Exploit → Correctif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5108-5F10-26BC-E5C8-A50F8A8BC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700"/>
              </a:spcAft>
              <a:defRPr sz="1700" b="1"/>
            </a:pPr>
            <a:r>
              <a:rPr lang="fr-CA" dirty="0"/>
              <a:t>FAILLE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La sécurité du système permet à Lyle d’obtenir un accès non autorisé au système de contrôle.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 b="1"/>
            </a:pPr>
            <a:r>
              <a:rPr lang="fr-CA" dirty="0"/>
              <a:t>EXPLOIT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Il exploite cette faiblesse pour entrer dans le système et prendre le contrôle des feux. Il peut ensuite modifier leur fonctionnement à distance.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 b="1"/>
            </a:pPr>
            <a:r>
              <a:rPr lang="fr-CA" dirty="0"/>
              <a:t>CORRECTIF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Le système devrait utiliser une authentification forte, limiter les permissions, séparer le réseau de contrôle des autres réseaux et surveiller les connexions inhabituelles.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Un système de secours devrait aussi permettre de reprendre rapidement le contrôle des feux en cas d’attaque.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151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75A02-3511-5E8E-1AE6-099498CB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4. CID : Confidentialité, Intégrité, Disponibilité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C624E1-4D4A-C5E3-3CFA-3E8410F2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700"/>
              </a:spcAft>
              <a:defRPr sz="1700" b="1"/>
            </a:pPr>
            <a:r>
              <a:rPr lang="fr-CA" dirty="0"/>
              <a:t>CONFIDENTIALITÉ : FAIBLE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Lyle ne cherche pas principalement à voler ou à révéler des informations confidentielles.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 b="1"/>
            </a:pPr>
            <a:r>
              <a:rPr lang="fr-CA" dirty="0"/>
              <a:t>INTÉGRITÉ : ÉLEVÉE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Lyle modifie le fonctionnement normal des feux. Le système ne fait donc plus ce qu’il est censé faire.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 b="1"/>
            </a:pPr>
            <a:r>
              <a:rPr lang="fr-CA" dirty="0"/>
              <a:t>DISPONIBILITÉ : ÉLEVÉE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L’attaque perturbe fortement la circulation et empêche le système de fonctionner normalement.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Les deux éléments les plus importants sont donc l’intégrité et la disponibilité.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5799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11F75-0FE9-E822-7E60-86975C5C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5. CVSS 4.0 — Métriques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D8A33-281A-D8CE-0667-C4559345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AV:N — Network : l’attaque peut être réalisée à distance par le réseau.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AC:L — Low : une fois l’accès obtenu, l’action ne semble pas demander une complexité importante.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AT:N — None : aucune condition supplémentaire n’est nécessaire.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PR:N — None : l’attaquant ne possède pas de privilèges légitimes avant l’attaque.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UI:N — None : aucune interaction d’un utilisateur légitime n’est nécessaire.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Ces métriques décrivent principalement la manière dont Lyle peut réaliser l’attaque.</a:t>
            </a:r>
          </a:p>
        </p:txBody>
      </p:sp>
    </p:spTree>
    <p:extLst>
      <p:ext uri="{BB962C8B-B14F-4D97-AF65-F5344CB8AC3E}">
        <p14:creationId xmlns:p14="http://schemas.microsoft.com/office/powerpoint/2010/main" val="307069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16F7C-44EB-A71E-0B27-8435F788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6. CVSS 4.0 — Impacts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3BBA5D-B2C8-250C-BDDF-57D173E30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VC:N — None : la confidentialité n’est pas réellement l’objectif.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VI:H — High : l’intégrité est fortement compromise puisque les feux sont modifiés.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VA:H — High : la disponibilité est fortement touchée puisque la circulation est perturbée.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SC:N / SI:N / SA:N : aucun impact direct sur un autre système n’est retenu dans notre analyse.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Vecteur : CVSS:4.0/AV:N/AC:L/AT:N/PR:N/UI:N/VC:N/VI:H/VA:H/SC:N/SI:N/SA:N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Le score final doit être vérifié avec le calculateur CVSS 4.0 selon les métriques retenues.</a:t>
            </a:r>
          </a:p>
        </p:txBody>
      </p:sp>
    </p:spTree>
    <p:extLst>
      <p:ext uri="{BB962C8B-B14F-4D97-AF65-F5344CB8AC3E}">
        <p14:creationId xmlns:p14="http://schemas.microsoft.com/office/powerpoint/2010/main" val="830474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3A456-D4FA-E089-E791-F1D3AAD0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7. Conséquences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EC8EC7-53F8-8E47-45B7-A49BFD50E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Les conséquences ne sont pas seulement informatiques.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• Les feux de circulation sont contrôlés de manière malveillante.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• Des accidents peuvent être provoqués.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• La circulation est fortement perturbée.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• Les personnes sur la route peuvent être mises en danger.</a:t>
            </a:r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• Une infrastructure importante devient contrôlable par une personne non autorisée.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Cette scène montre pourquoi les systèmes qui contrôlent des infrastructures physiques doivent être très bien protégés.</a:t>
            </a:r>
          </a:p>
        </p:txBody>
      </p:sp>
    </p:spTree>
    <p:extLst>
      <p:ext uri="{BB962C8B-B14F-4D97-AF65-F5344CB8AC3E}">
        <p14:creationId xmlns:p14="http://schemas.microsoft.com/office/powerpoint/2010/main" val="3496626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3C6063-9567-6B90-B223-82C153EC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8.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DB5C18-3948-54FF-A911-3717A9E2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700"/>
              </a:spcAft>
              <a:defRPr sz="1700"/>
            </a:pPr>
            <a:r>
              <a:rPr lang="fr-CA" dirty="0"/>
              <a:t>Pour conclure, The </a:t>
            </a:r>
            <a:r>
              <a:rPr lang="fr-CA" dirty="0" err="1"/>
              <a:t>Italian</a:t>
            </a:r>
            <a:r>
              <a:rPr lang="fr-CA" dirty="0"/>
              <a:t> Job présente un exemple de piratage d’une infrastructure critique.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Lyle est un Black </a:t>
            </a:r>
            <a:r>
              <a:rPr lang="fr-CA" dirty="0" err="1"/>
              <a:t>hat</a:t>
            </a:r>
            <a:r>
              <a:rPr lang="fr-CA" dirty="0"/>
              <a:t> qui exploite une faiblesse de sécurité pour prendre le contrôle d’un système de circulation.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L’attaque touche principalement l’intégrité et la disponibilité.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Des mesures comme l’authentification forte, la segmentation du réseau, la limitation des accès et la surveillance auraient pu réduire le risque.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Cet exemple montre qu’une cyberattaque peut avoir des conséquences très concrètes dans la vie réelle.</a:t>
            </a:r>
          </a:p>
          <a:p>
            <a:pPr>
              <a:spcAft>
                <a:spcPts val="700"/>
              </a:spcAft>
              <a:defRPr sz="1700"/>
            </a:pPr>
            <a:endParaRPr lang="fr-CA" dirty="0"/>
          </a:p>
          <a:p>
            <a:pPr>
              <a:spcAft>
                <a:spcPts val="700"/>
              </a:spcAft>
              <a:defRPr sz="1700"/>
            </a:pPr>
            <a:r>
              <a:rPr lang="fr-CA" dirty="0"/>
              <a:t>Merci de votre écoute. Avez-vous des questions ?</a:t>
            </a:r>
          </a:p>
        </p:txBody>
      </p:sp>
    </p:spTree>
    <p:extLst>
      <p:ext uri="{BB962C8B-B14F-4D97-AF65-F5344CB8AC3E}">
        <p14:creationId xmlns:p14="http://schemas.microsoft.com/office/powerpoint/2010/main" val="1452150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788</Words>
  <Application>Microsoft Office PowerPoint</Application>
  <PresentationFormat>Grand écran</PresentationFormat>
  <Paragraphs>84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The Italian job (2003)</vt:lpstr>
      <vt:lpstr>The Italian Job (2003)</vt:lpstr>
      <vt:lpstr>1. Résumé de l’événement</vt:lpstr>
      <vt:lpstr>2. Black hat ou White hat ?</vt:lpstr>
      <vt:lpstr>3. Faille → Exploit → Correctif</vt:lpstr>
      <vt:lpstr>4. CID : Confidentialité, Intégrité, Disponibilité</vt:lpstr>
      <vt:lpstr>5. CVSS 4.0 — Métriques</vt:lpstr>
      <vt:lpstr>6. CVSS 4.0 — Impacts</vt:lpstr>
      <vt:lpstr>7. Conséquences</vt:lpstr>
      <vt:lpstr>8.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Aedan Ravet Smith</dc:creator>
  <cp:lastModifiedBy>Aedan Ravet Smith</cp:lastModifiedBy>
  <cp:revision>1</cp:revision>
  <dcterms:created xsi:type="dcterms:W3CDTF">2026-09-10T18:35:54Z</dcterms:created>
  <dcterms:modified xsi:type="dcterms:W3CDTF">2026-09-10T18:37:35Z</dcterms:modified>
</cp:coreProperties>
</file>